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'agentic-ai-azure-week05-mcp-tools' — Week 5 · Tools, MCP &amp; Interoperability.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Connect agents to tools via standardized contracts</a:t>
            </a:r>
          </a:p>
          <a:p>
            <a:r>
              <a:t>- Build a reusable tool registry</a:t>
            </a:r>
          </a:p>
          <a:p>
            <a:r>
              <a:t>- Make write tools idempotent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Procurement Operations Agent</a:t>
            </a:r>
          </a:p>
          <a:p>
            <a:r>
              <a:t>- Checks inventory, gets supplier pricing, creates a PO</a:t>
            </a:r>
          </a:p>
          <a:p>
            <a:r>
              <a:t>- Each tool is a contract reusable across agents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Tool registry: check_inventory, get_supplier_pricing, create_purchase_order</a:t>
            </a:r>
          </a:p>
          <a:p>
            <a:r>
              <a:t>- MCP-style discovery at GET /api/v1/tools</a:t>
            </a:r>
          </a:p>
          <a:p>
            <a:r>
              <a:t>- Idempotency key → retries return the same order</a:t>
            </a:r>
          </a:p>
          <a:p>
            <a:r>
              <a:t>- Foundry tool-calling loop drives the tools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JSON-schema tool contracts (MCP / function calling)</a:t>
            </a:r>
          </a:p>
          <a:p>
            <a:r>
              <a:t>- Schemas as the trust boundary</a:t>
            </a:r>
          </a:p>
          <a:p>
            <a:r>
              <a:t>- Gateway pattern: APIM for auth/limits/observability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/api/v1/procure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MCP decouples tools from agents (portability)</a:t>
            </a:r>
          </a:p>
          <a:p>
            <a:r>
              <a:t>- Idempotency is essential for write tools</a:t>
            </a:r>
          </a:p>
          <a:p>
            <a:r>
              <a:t>- Who can call what — govern the tool surface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agentic-ai-azure-week05-mcp-tools</a:t>
            </a:r>
          </a:p>
          <a:p>
            <a:r>
              <a:rPr sz="1600">
                <a:solidFill>
                  <a:srgbClr val="FFFFFF"/>
                </a:solidFill>
              </a:rPr>
              <a:t>Week 5 · Tools, MCP &amp; Interoperability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Connect agents to tools via standardized contracts</a:t>
            </a:r>
          </a:p>
          <a:p>
            <a:r>
              <a:rPr sz="1800">
                <a:solidFill>
                  <a:srgbClr val="202020"/>
                </a:solidFill>
              </a:rPr>
              <a:t>Build a reusable tool registry</a:t>
            </a:r>
          </a:p>
          <a:p>
            <a:r>
              <a:rPr sz="1800">
                <a:solidFill>
                  <a:srgbClr val="202020"/>
                </a:solidFill>
              </a:rPr>
              <a:t>Make write tools idempotent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Procurement Operations Agent</a:t>
            </a:r>
          </a:p>
          <a:p>
            <a:r>
              <a:rPr sz="1800">
                <a:solidFill>
                  <a:srgbClr val="202020"/>
                </a:solidFill>
              </a:rPr>
              <a:t>Checks inventory, gets supplier pricing, creates a PO</a:t>
            </a:r>
          </a:p>
          <a:p>
            <a:r>
              <a:rPr sz="1800">
                <a:solidFill>
                  <a:srgbClr val="202020"/>
                </a:solidFill>
              </a:rPr>
              <a:t>Each tool is a contract reusable across agents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Tool registry: check_inventory, get_supplier_pricing, create_purchase_order</a:t>
            </a:r>
          </a:p>
          <a:p>
            <a:r>
              <a:rPr sz="1800">
                <a:solidFill>
                  <a:srgbClr val="202020"/>
                </a:solidFill>
              </a:rPr>
              <a:t>MCP-style discovery at GET /api/v1/tools</a:t>
            </a:r>
          </a:p>
          <a:p>
            <a:r>
              <a:rPr sz="1800">
                <a:solidFill>
                  <a:srgbClr val="202020"/>
                </a:solidFill>
              </a:rPr>
              <a:t>Idempotency key → retries return the same order</a:t>
            </a:r>
          </a:p>
          <a:p>
            <a:r>
              <a:rPr sz="1800">
                <a:solidFill>
                  <a:srgbClr val="202020"/>
                </a:solidFill>
              </a:rPr>
              <a:t>Foundry tool-calling loop drives the 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JSON-schema tool contracts (MCP / function calling)</a:t>
            </a:r>
          </a:p>
          <a:p>
            <a:r>
              <a:rPr sz="1800">
                <a:solidFill>
                  <a:srgbClr val="202020"/>
                </a:solidFill>
              </a:rPr>
              <a:t>Schemas as the trust boundary</a:t>
            </a:r>
          </a:p>
          <a:p>
            <a:r>
              <a:rPr sz="1800">
                <a:solidFill>
                  <a:srgbClr val="202020"/>
                </a:solidFill>
              </a:rPr>
              <a:t>Gateway pattern: APIM for auth/limits/observability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/api/v1/procure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MCP decouples tools from agents (portability)</a:t>
            </a:r>
          </a:p>
          <a:p>
            <a:r>
              <a:rPr sz="1800">
                <a:solidFill>
                  <a:srgbClr val="202020"/>
                </a:solidFill>
              </a:rPr>
              <a:t>Idempotency is essential for write tools</a:t>
            </a:r>
          </a:p>
          <a:p>
            <a:r>
              <a:rPr sz="1800">
                <a:solidFill>
                  <a:srgbClr val="202020"/>
                </a:solidFill>
              </a:rPr>
              <a:t>Who can call what — govern the tool surface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