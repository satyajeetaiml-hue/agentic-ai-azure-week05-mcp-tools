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9144000" cy="1737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57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agentic-ai-azure-week05-mcp-tools</a:t>
            </a:r>
          </a:p>
          <a:p>
            <a:r>
              <a:rPr sz="1600">
                <a:solidFill>
                  <a:srgbClr val="FFFFFF"/>
                </a:solidFill>
              </a:rPr>
              <a:t>Week 5 · Tools, MCP &amp; Interoperability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6CBD"/>
                </a:solidFill>
              </a:rPr>
              <a:t>Agentic AI on Azure — Enterprise Master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Learning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Connect agents to tools via standardized contracts</a:t>
            </a:r>
          </a:p>
          <a:p>
            <a:r>
              <a:rPr sz="1800">
                <a:solidFill>
                  <a:srgbClr val="202020"/>
                </a:solidFill>
              </a:rPr>
              <a:t>Build a reusable tool registry</a:t>
            </a:r>
          </a:p>
          <a:p>
            <a:r>
              <a:rPr sz="1800">
                <a:solidFill>
                  <a:srgbClr val="202020"/>
                </a:solidFill>
              </a:rPr>
              <a:t>Make write tools idempotent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Enterprise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Procurement Operations Agent</a:t>
            </a:r>
          </a:p>
          <a:p>
            <a:r>
              <a:rPr sz="1800">
                <a:solidFill>
                  <a:srgbClr val="202020"/>
                </a:solidFill>
              </a:rPr>
              <a:t>Checks inventory, gets supplier pricing, creates a PO</a:t>
            </a:r>
          </a:p>
          <a:p>
            <a:r>
              <a:rPr sz="1800">
                <a:solidFill>
                  <a:srgbClr val="202020"/>
                </a:solidFill>
              </a:rPr>
              <a:t>Each tool is a contract reusable across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Architecture /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Tool registry: check_inventory, get_supplier_pricing, create_purchase_order</a:t>
            </a:r>
          </a:p>
          <a:p>
            <a:r>
              <a:rPr sz="1800">
                <a:solidFill>
                  <a:srgbClr val="202020"/>
                </a:solidFill>
              </a:rPr>
              <a:t>MCP-style discovery at GET /api/v1/tools</a:t>
            </a:r>
          </a:p>
          <a:p>
            <a:r>
              <a:rPr sz="1800">
                <a:solidFill>
                  <a:srgbClr val="202020"/>
                </a:solidFill>
              </a:rPr>
              <a:t>Idempotency key → retries return the same order</a:t>
            </a:r>
          </a:p>
          <a:p>
            <a:r>
              <a:rPr sz="1800">
                <a:solidFill>
                  <a:srgbClr val="202020"/>
                </a:solidFill>
              </a:rPr>
              <a:t>Foundry tool-calling loop drives the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JSON-schema tool contracts (MCP / function calling)</a:t>
            </a:r>
          </a:p>
          <a:p>
            <a:r>
              <a:rPr sz="1800">
                <a:solidFill>
                  <a:srgbClr val="202020"/>
                </a:solidFill>
              </a:rPr>
              <a:t>Schemas as the trust boundary</a:t>
            </a:r>
          </a:p>
          <a:p>
            <a:r>
              <a:rPr sz="1800">
                <a:solidFill>
                  <a:srgbClr val="202020"/>
                </a:solidFill>
              </a:rPr>
              <a:t>Gateway pattern: APIM for auth/limits/observability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Run it (VS Code — no Azure needed)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git clone the repo, then open it in VS Code</a:t>
            </a:r>
          </a:p>
          <a:p>
            <a:r>
              <a:rPr sz="1800">
                <a:solidFill>
                  <a:srgbClr val="202020"/>
                </a:solidFill>
              </a:rPr>
              <a:t>python -m venv .venv  →  activate it</a:t>
            </a:r>
          </a:p>
          <a:p>
            <a:r>
              <a:rPr sz="1800">
                <a:solidFill>
                  <a:srgbClr val="202020"/>
                </a:solidFill>
              </a:rPr>
              <a:t>pip install -r requirements.txt</a:t>
            </a:r>
          </a:p>
          <a:p>
            <a:r>
              <a:rPr sz="1800">
                <a:solidFill>
                  <a:srgbClr val="202020"/>
                </a:solidFill>
              </a:rPr>
              <a:t>uvicorn app.main:app --reload</a:t>
            </a:r>
          </a:p>
          <a:p>
            <a:r>
              <a:rPr sz="1800">
                <a:solidFill>
                  <a:srgbClr val="202020"/>
                </a:solidFill>
              </a:rPr>
              <a:t>Open /docs and call  POST /api/v1/procure</a:t>
            </a:r>
          </a:p>
          <a:p>
            <a:r>
              <a:rPr sz="1800">
                <a:solidFill>
                  <a:srgbClr val="202020"/>
                </a:solidFill>
              </a:rPr>
              <a:t>Runs in MOCK mode — no Azure/keys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Architect's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MCP decouples tools from agents (portability)</a:t>
            </a:r>
          </a:p>
          <a:p>
            <a:r>
              <a:rPr sz="1800">
                <a:solidFill>
                  <a:srgbClr val="202020"/>
                </a:solidFill>
              </a:rPr>
              <a:t>Idempotency is essential for write tools</a:t>
            </a:r>
          </a:p>
          <a:p>
            <a:r>
              <a:rPr sz="1800">
                <a:solidFill>
                  <a:srgbClr val="202020"/>
                </a:solidFill>
              </a:rPr>
              <a:t>Who can call what — govern the tool surface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